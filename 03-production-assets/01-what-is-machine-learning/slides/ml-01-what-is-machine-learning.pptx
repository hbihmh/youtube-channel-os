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Opening Hook: The Automation Paradox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We can write code for physics, but how do we write code for recognizing a face or filtering spam?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Explicit rules hit a wall when tasks depend on pattern recognition.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Introduction to Machine Learning as a paradigm shift.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What is Machine Learning?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Shifting from 'Programming Rules' to 'Learning from Data'.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Computers program themselves by finding patterns in historical examples.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Core definition: Algorithms that improve through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Traditional Programming vs.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Traditional: Input Data + Explicit Rules → Computer → Output.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Machine Learning: Examples + Learning Algorithm → Model → Predictions.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Why ML wins when rules are too complex to hand-code.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Core ML Pipeline: The Mental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Data / Experience: The raw material.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Learning Procedure: The optimization engine.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Trained Model: The artifacts ready for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Phase 1: Training (Learning)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Feeding historical data and correct answers (labels) into an algorithm.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The system adjusts its internal parameters to minimize errors.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Output: A trained, specialized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Phase 2: Inference (Production)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Taking the trained model and exposing it to completely new, unseen inputs.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Generating real-time predictions without retraining.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The operational phase used in real-world applications.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Supervised Learning: The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Mapping Features (X) to Labels (Y).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Every training example comes with the 'right answer'.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The most common and mature form of machine learning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Unsupervised &amp; Other Paradigms (Briefly)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Finding hidden structures without explicit labels.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Clustering, anomaly detection, and data compression.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Setting the stage for future modules.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Transition to Code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Moving from whiteboard concepts to actual Python implementation.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Looking inside `ml_01_demo.py`.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How math and code intersect in simple classification.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The Concrete Example: Spam Email Classifier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The classic introductory problem in machine learning.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Goal: Automatically separate legitimate messages from spam.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Inputs: Email text features (words, links, sender reputation).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Rule-Based vs. Learned Threshold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Why hardcoding 'if contains FREE' fails (too brittle, easily bypassed).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Letting the algorithm discover weighted thresholds from hundreds of examples.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From rigid logic to probabilistic scoring.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12. Notebook Output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Examining the training logs and accuracy metrics.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Interpreting decision boundaries from our demo script.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Validating that the model actually learned.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13. Defining What 'Learning' Means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Learning is not consciousness or understanding.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It is statistical optimization over a loss landscape.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Minimizing prediction error across a dataset.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14. Generalization: The Ultimate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Memorization vs. True Generalization.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Why performing well on training data isn't enough.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The goal: Robust performance on entirely new, unseen inputs.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15. Core Limitations of ML-01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Data dependency: Garbage in, model garbage out.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Lack of true semantic understanding or reasoning.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Brittleness outside the training distribution.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16.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ML replaces manual rule-writing with data-driven learning.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Training builds the model; Inference applies it.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Generalization is the benchmark of success.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17. What We Intentionally Did Not 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No gradients, loss calculus, or neural network backpropagation yet.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No complex optimization mathematics (saved for upcoming modules).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Keeping the focus strictly on foundational intuition.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18. Preview of ML-02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Taking the next step into core architecture and vector representations.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Preparing for deeper algorithmic mechanics.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Building the channel's systematic ML curriculum.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MACHINE LEARNING CURRICULUM — 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19. Outro &amp; Repository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457200" rIns="548640" rtlCol="0" anchor="ctr"/>
          <a:lstStyle/>
          <a:p>
            <a:pPr algn="l"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All code, diagrams, and slide decks available in the GitHub repository.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Like, subscribe, and follow the open-source journey.</a:t>
            </a:r>
          </a:p>
          <a:p>
            <a:pPr>
              <a:spcAft>
                <a:spcPts val="1800"/>
              </a:spcAft>
              <a:defRPr sz="1900">
                <a:solidFill>
                  <a:srgbClr val="C9D1D9"/>
                </a:solidFill>
              </a:defRPr>
            </a:pPr>
            <a:r>
              <a:t>• Questions and community contributions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4620</Words>
  <Application>WPS Presentation</Application>
  <PresentationFormat>On-screen Show (4:3)</PresentationFormat>
  <Paragraphs>152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hafiz hassan</cp:lastModifiedBy>
  <cp:revision>2</cp:revision>
  <dcterms:created xsi:type="dcterms:W3CDTF">2013-01-27T09:14:00Z</dcterms:created>
  <dcterms:modified xsi:type="dcterms:W3CDTF">2026-09-05T04:48:58Z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E8584C8ACB184F858A19F697F9C12C2D_12</vt:lpwstr>
  </property>
  <property fmtid="{D5CDD505-2E9C-101B-9397-08002B2CF9AE}" pid="3" name="KSOProductBuildVer">
    <vt:lpwstr>1033-12.1.0.28485</vt:lpwstr>
  </property>
</Properties>
</file>